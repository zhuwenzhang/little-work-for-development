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6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371600"/>
            <a:ext cx="5486400" cy="5486400"/>
          </a:xfrm>
          <a:prstGeom prst="ellipse">
            <a:avLst/>
          </a:prstGeom>
          <a:solidFill>
            <a:srgbClr val="0044A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114800"/>
            <a:ext cx="4572000" cy="4572000"/>
          </a:xfrm>
          <a:prstGeom prst="ellipse">
            <a:avLst/>
          </a:prstGeom>
          <a:solidFill>
            <a:srgbClr val="0024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课程作业汇报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CMS 原型系统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E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使用说明汇报 · 第二版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B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 → 登录 → 前台浏览查询评论 → 管理台运维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029200"/>
            <a:ext cx="4754880" cy="1005840"/>
          </a:xfrm>
          <a:prstGeom prst="roundRect">
            <a:avLst>
              <a:gd name="adj" fmla="val 9091"/>
            </a:avLst>
          </a:prstGeom>
          <a:solidFill>
            <a:srgbClr val="00246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51663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汇报人：朱文章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学号：26140128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5394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· Django · MySQL 3307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今天只讲一件事：怎么把系统用起来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1188720"/>
            <a:ext cx="9966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25880" y="1371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651760" y="12984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启动系统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51760" y="16276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start.bat 一键起服务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148840"/>
            <a:ext cx="9966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25880" y="2331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22585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注册与登录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25877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普通用户注册 · 按身份自动跳转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3108960"/>
            <a:ext cx="9966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2588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51760" y="32186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普通用户怎么用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51760" y="35478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分栏浏览 · 三种查询 · 发评论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4069080"/>
            <a:ext cx="9966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25880" y="4251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651760" y="41788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管理员怎么用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51760" y="45079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栏目 / 文章 / 用户 / 评论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7280" y="5029200"/>
            <a:ext cx="9966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25880" y="5212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651760" y="51389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演示账号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651760" y="54681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汇报现场可直接上手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怎么启动系统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秒进入可演示状态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691640"/>
            <a:ext cx="1005840" cy="1005840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920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打开项目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桌面「小作业」文件夹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691640"/>
            <a:ext cx="1005840" cy="1005840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920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33832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 start.bat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 .\start.ps1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37160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1691640"/>
            <a:ext cx="1005840" cy="1005840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920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4652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自动完成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33832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3307 → 建库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migrate → Django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89720" y="137160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0" y="1691640"/>
            <a:ext cx="1005840" cy="1005840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1920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7260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打开浏览器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72600" y="33832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127.0.0.1:8000/login/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结束请用 stop.bat；数据目录在 %LOCALAPPDATA%\cms_prototype_mysql\（不影响本机 3306）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注册：只能注册普通用户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三项信息 · ID 互斥校验 · 0.5 秒跳转登录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512064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09728" cy="512064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11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打开「注册」页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填写用户ID、密码、姓名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ID 若已存在会提示冲突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成功后约 0.5 秒自动去登录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 不能在此注册管理员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入口：登录页下方「去注册」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71780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pic>
        <p:nvPicPr>
          <p:cNvPr id="12" name="Image 0" descr="C:\Users\17551\Desktop\小作业\_ppt_assets\shots\02_regi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325880"/>
            <a:ext cx="6812280" cy="4754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登录：按库中身份自动跳转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不用选手动身份，系统读 user_type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512064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09728" cy="512064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11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输入用户ID + 密码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点击登录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普通用户(1) → 前台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管理员(0)/超管(2) → 管理台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 停用账号无法登录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演示账号见最后一页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71780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pic>
        <p:nvPicPr>
          <p:cNvPr id="12" name="Image 0" descr="C:\Users\17551\Desktop\小作业\_ppt_assets\shots\01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325880"/>
            <a:ext cx="6812280" cy="4754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前台：怎么看文章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顶部分栏 + 左列表右正文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512064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09728" cy="512064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11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用顶部分栏切换栏目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左侧点标题看全文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右侧显示栏目/作者/时间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只展示已发布文章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推荐账号：user01 /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71780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pic>
        <p:nvPicPr>
          <p:cNvPr id="12" name="Image 0" descr="C:\Users\17551\Desktop\小作业\_ppt_assets\shots\03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325880"/>
            <a:ext cx="6812280" cy="4754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前台：怎么查询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· 时间 · 作者 三种模式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512064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09728" cy="512064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11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选择查询模式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按题目：模糊匹配标题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按时间：日期区间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按作者：模糊匹配作者名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 点「查询」刷新列表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截图：按作者搜「张」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71780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pic>
        <p:nvPicPr>
          <p:cNvPr id="12" name="Image 0" descr="C:\Users\17551\Desktop\小作业\_ppt_assets\shots\04_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325880"/>
            <a:ext cx="6812280" cy="4754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前台：怎么发评论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正文下方发表 · 不超过 100 字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512064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09728" cy="512064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11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选中一篇文章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滚到正文下方评论区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输入内容并提交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立刻看到可见评论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 被隐藏的评论前台不可见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下一页是评论区特写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71780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pic>
        <p:nvPicPr>
          <p:cNvPr id="12" name="Image 0" descr="C:\Users\17551\Desktop\小作业\_ppt_assets\shots\05_article_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325880"/>
            <a:ext cx="6812280" cy="4754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前台：评论区特写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可见评论列表与发表入口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512064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09728" cy="512064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11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显示评论人姓名与时间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仅 is_hidden=0 可见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发表后刷新即可看到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管理端可随时隐藏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建议演示：发一条 → 管理端隐藏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71780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pic>
        <p:nvPicPr>
          <p:cNvPr id="12" name="Image 0" descr="C:\Users\17551\Desktop\小作业\_ppt_assets\shots\05b_com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325880"/>
            <a:ext cx="6812280" cy="4754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管理台入口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左侧导航 · 概览看数据规模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512064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09728" cy="512064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11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用 admin/1 或 super/1 登录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自动进入管理台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概览看栏目/文章/用户数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左侧切换四大管理模块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当前样例约 100 篇文章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71780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pic>
        <p:nvPicPr>
          <p:cNvPr id="12" name="Image 0" descr="C:\Users\17551\Desktop\小作业\_ppt_assets\shots\06_admin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325880"/>
            <a:ext cx="6812280" cy="4754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栏目管理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· 编辑 · 删除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512064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09728" cy="512064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11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左侧点「栏目管理」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新增栏目名称与简介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可编辑已有栏目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删除需注意级联影响文章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71780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pic>
        <p:nvPicPr>
          <p:cNvPr id="11" name="Image 0" descr="C:\Users\17551\Desktop\小作业\_ppt_assets\shots\07_categ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325880"/>
            <a:ext cx="6812280" cy="4754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文章管理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 + CRUD + 发布状态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512064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09728" cy="512064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11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按题/时/作者查询文章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点「发布文章」写新稿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每行可编辑或删除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控制是否发布到前台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71780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pic>
        <p:nvPicPr>
          <p:cNvPr id="11" name="Image 0" descr="C:\Users\17551\Desktop\小作业\_ppt_assets\shots\08_ite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325880"/>
            <a:ext cx="6812280" cy="4754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用户管理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 · 停用 · 初始化密码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512064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09728" cy="512064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11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按用户ID或姓名查询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可新增用户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可停用账号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初始化密码为 123456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 列表不展示密码列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 超管还可管管理员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71780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pic>
        <p:nvPicPr>
          <p:cNvPr id="11" name="Image 0" descr="C:\Users\17551\Desktop\小作业\_ppt_assets\shots\09_us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325880"/>
            <a:ext cx="6812280" cy="4754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评论管理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内容/姓名查询 · 一键显隐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512064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09728" cy="512064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11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按内容或姓名模糊查询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查看可见状态与文章标题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点「设为不显示/显示」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前台立刻同步结果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71780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pic>
        <p:nvPicPr>
          <p:cNvPr id="11" name="Image 0" descr="C:\Users\17551\Desktop\小作业\_ppt_assets\shots\10_com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325880"/>
            <a:ext cx="6812280" cy="4754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6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演示账号与建议路径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汇报时可直接照着做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292608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2194560"/>
                <a:gridCol w="502920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用户ID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进去后做什么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9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user01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普通用户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前台浏览 / 查询 / 发评论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栏目文章用户评论管理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super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超级用户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还可管理管理员账号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liyidong 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123456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普通用户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教师拼音样例账号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8912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建议现场演示（2 分钟）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user01 登录 → 切换栏目 → 按作者查询 → 发表一条评论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退出 → admin 登录 → 评论管理设为不显示 → 回前台验证消失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（可选）文章管理里按标题查一篇并说明发布状态控制前台可见性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460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北京交通大学 · CMS 原型系统使用汇报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41280" y="6583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6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004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YOUR ATTENTION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汇报人：朱文章　　学号：26140128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CMS原型系统-使用汇报-第二版</dc:title>
  <dc:subject>北京交通大学课程作业汇报</dc:subject>
  <dc:creator>朱文章</dc:creator>
  <cp:lastModifiedBy>朱文章</cp:lastModifiedBy>
  <cp:revision>1</cp:revision>
  <dcterms:created xsi:type="dcterms:W3CDTF">2026-08-10T14:34:19Z</dcterms:created>
  <dcterms:modified xsi:type="dcterms:W3CDTF">2026-08-10T14:34:19Z</dcterms:modified>
</cp:coreProperties>
</file>